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orwester" charset="1" panose="00000506000000000000"/>
      <p:regular r:id="rId14"/>
    </p:embeddedFont>
    <p:embeddedFont>
      <p:font typeface="Open Sans Bold" charset="1" panose="020B0806030504020204"/>
      <p:regular r:id="rId15"/>
    </p:embeddedFont>
    <p:embeddedFont>
      <p:font typeface="Open Sans" charset="1" panose="020B0606030504020204"/>
      <p:regular r:id="rId16"/>
    </p:embeddedFont>
    <p:embeddedFont>
      <p:font typeface="Anton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658392" y="4914900"/>
            <a:ext cx="1099423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3" id="3"/>
          <p:cNvGrpSpPr/>
          <p:nvPr/>
        </p:nvGrpSpPr>
        <p:grpSpPr>
          <a:xfrm rot="0">
            <a:off x="11623676" y="5658373"/>
            <a:ext cx="6036103" cy="4203312"/>
            <a:chOff x="0" y="0"/>
            <a:chExt cx="1589755" cy="11070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9755" cy="1107045"/>
            </a:xfrm>
            <a:custGeom>
              <a:avLst/>
              <a:gdLst/>
              <a:ahLst/>
              <a:cxnLst/>
              <a:rect r="r" b="b" t="t" l="l"/>
              <a:pathLst>
                <a:path h="1107045" w="1589755">
                  <a:moveTo>
                    <a:pt x="21804" y="0"/>
                  </a:moveTo>
                  <a:lnTo>
                    <a:pt x="1567951" y="0"/>
                  </a:lnTo>
                  <a:cubicBezTo>
                    <a:pt x="1573734" y="0"/>
                    <a:pt x="1579280" y="2297"/>
                    <a:pt x="1583369" y="6386"/>
                  </a:cubicBezTo>
                  <a:cubicBezTo>
                    <a:pt x="1587458" y="10475"/>
                    <a:pt x="1589755" y="16021"/>
                    <a:pt x="1589755" y="21804"/>
                  </a:cubicBezTo>
                  <a:lnTo>
                    <a:pt x="1589755" y="1085241"/>
                  </a:lnTo>
                  <a:cubicBezTo>
                    <a:pt x="1589755" y="1091024"/>
                    <a:pt x="1587458" y="1096570"/>
                    <a:pt x="1583369" y="1100659"/>
                  </a:cubicBezTo>
                  <a:cubicBezTo>
                    <a:pt x="1579280" y="1104748"/>
                    <a:pt x="1573734" y="1107045"/>
                    <a:pt x="1567951" y="1107045"/>
                  </a:cubicBezTo>
                  <a:lnTo>
                    <a:pt x="21804" y="1107045"/>
                  </a:lnTo>
                  <a:cubicBezTo>
                    <a:pt x="16021" y="1107045"/>
                    <a:pt x="10475" y="1104748"/>
                    <a:pt x="6386" y="1100659"/>
                  </a:cubicBezTo>
                  <a:cubicBezTo>
                    <a:pt x="2297" y="1096570"/>
                    <a:pt x="0" y="1091024"/>
                    <a:pt x="0" y="1085241"/>
                  </a:cubicBezTo>
                  <a:lnTo>
                    <a:pt x="0" y="21804"/>
                  </a:lnTo>
                  <a:cubicBezTo>
                    <a:pt x="0" y="16021"/>
                    <a:pt x="2297" y="10475"/>
                    <a:pt x="6386" y="6386"/>
                  </a:cubicBezTo>
                  <a:cubicBezTo>
                    <a:pt x="10475" y="2297"/>
                    <a:pt x="16021" y="0"/>
                    <a:pt x="21804" y="0"/>
                  </a:cubicBez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89755" cy="110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015622" y="6036665"/>
            <a:ext cx="5274009" cy="3465778"/>
          </a:xfrm>
          <a:custGeom>
            <a:avLst/>
            <a:gdLst/>
            <a:ahLst/>
            <a:cxnLst/>
            <a:rect r="r" b="b" t="t" l="l"/>
            <a:pathLst>
              <a:path h="3465778" w="5274009">
                <a:moveTo>
                  <a:pt x="0" y="0"/>
                </a:moveTo>
                <a:lnTo>
                  <a:pt x="5274009" y="0"/>
                </a:lnTo>
                <a:lnTo>
                  <a:pt x="5274009" y="3465777"/>
                </a:lnTo>
                <a:lnTo>
                  <a:pt x="0" y="3465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910" t="-17033" r="-3999" b="-1544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97981" y="3079473"/>
            <a:ext cx="12092039" cy="16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7191" spc="-352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Cara  transfer file antar laptop dengan kabel LAN  tipe  cross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82314" y="5274311"/>
            <a:ext cx="4123372" cy="63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4"/>
              </a:lnSpc>
            </a:pPr>
            <a:r>
              <a:rPr lang="en-US" sz="5382" spc="-263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Azmy mahesa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129265"/>
            <a:ext cx="4160098" cy="68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0"/>
              </a:lnSpc>
            </a:pPr>
            <a:r>
              <a:rPr lang="en-US" sz="4036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Nim: 062640723194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806923"/>
            <a:ext cx="2472314" cy="68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0"/>
              </a:lnSpc>
            </a:pPr>
            <a:r>
              <a:rPr lang="en-US" sz="4036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kelas: 1 TIA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489475"/>
            <a:ext cx="8324368" cy="139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7"/>
              </a:lnSpc>
            </a:pPr>
            <a:r>
              <a:rPr lang="en-US" sz="4041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Prodi: teknologi informatika multimedia DIGITAL D4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879330"/>
            <a:ext cx="5878151" cy="68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7"/>
              </a:lnSpc>
            </a:pPr>
            <a:r>
              <a:rPr lang="en-US" sz="4041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jurusan: Teknik komputer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33994" y="1306322"/>
            <a:ext cx="7768635" cy="666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2"/>
              </a:lnSpc>
            </a:pPr>
            <a:r>
              <a:rPr lang="en-US" sz="3908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Dosen:  DR. Ali firdaus, s.kom., m.kom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306322"/>
            <a:ext cx="7451575" cy="631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7"/>
              </a:lnSpc>
            </a:pPr>
            <a:r>
              <a:rPr lang="en-US" sz="3676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mata pelajaran: jaringan komputer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3642" y="1028700"/>
            <a:ext cx="725658" cy="725658"/>
          </a:xfrm>
          <a:custGeom>
            <a:avLst/>
            <a:gdLst/>
            <a:ahLst/>
            <a:cxnLst/>
            <a:rect r="r" b="b" t="t" l="l"/>
            <a:pathLst>
              <a:path h="725658" w="725658">
                <a:moveTo>
                  <a:pt x="0" y="0"/>
                </a:moveTo>
                <a:lnTo>
                  <a:pt x="725658" y="0"/>
                </a:lnTo>
                <a:lnTo>
                  <a:pt x="725658" y="725658"/>
                </a:lnTo>
                <a:lnTo>
                  <a:pt x="0" y="725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4887" y="3653790"/>
            <a:ext cx="9426908" cy="5604510"/>
            <a:chOff x="0" y="0"/>
            <a:chExt cx="10680838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82108" cy="6350000"/>
            </a:xfrm>
            <a:custGeom>
              <a:avLst/>
              <a:gdLst/>
              <a:ahLst/>
              <a:cxnLst/>
              <a:rect r="r" b="b" t="t" l="l"/>
              <a:pathLst>
                <a:path h="6350000" w="10682108">
                  <a:moveTo>
                    <a:pt x="10067758" y="0"/>
                  </a:moveTo>
                  <a:lnTo>
                    <a:pt x="613080" y="0"/>
                  </a:lnTo>
                  <a:cubicBezTo>
                    <a:pt x="273429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273429" y="6350000"/>
                    <a:pt x="613080" y="6350000"/>
                  </a:cubicBezTo>
                  <a:lnTo>
                    <a:pt x="10069895" y="6350000"/>
                  </a:lnTo>
                  <a:cubicBezTo>
                    <a:pt x="10407409" y="6350000"/>
                    <a:pt x="10682108" y="6187440"/>
                    <a:pt x="10682108" y="5985510"/>
                  </a:cubicBezTo>
                  <a:lnTo>
                    <a:pt x="10682108" y="364490"/>
                  </a:lnTo>
                  <a:cubicBezTo>
                    <a:pt x="10680839" y="162560"/>
                    <a:pt x="10407409" y="0"/>
                    <a:pt x="1006775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71" r="0" b="-67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630903" y="1295400"/>
            <a:ext cx="12513091" cy="184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4"/>
              </a:lnSpc>
            </a:pPr>
            <a:r>
              <a:rPr lang="en-US" sz="8182" spc="-400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Alat dan bahan </a:t>
            </a:r>
          </a:p>
          <a:p>
            <a:pPr algn="just">
              <a:lnSpc>
                <a:spcPts val="6954"/>
              </a:lnSpc>
            </a:pPr>
            <a:r>
              <a:rPr lang="en-US" sz="8182" spc="-400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untuk merangkai kabel LAN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3596" y="3937952"/>
            <a:ext cx="5921499" cy="458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ED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Kabel UTP </a:t>
            </a:r>
          </a:p>
          <a:p>
            <a:pPr algn="l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ED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konektor RJ 45</a:t>
            </a:r>
          </a:p>
          <a:p>
            <a:pPr algn="l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ED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Tang Crimping</a:t>
            </a:r>
          </a:p>
          <a:p>
            <a:pPr algn="l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ED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Lan Tester</a:t>
            </a:r>
          </a:p>
          <a:p>
            <a:pPr algn="l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ED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Kabel Stripper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3642" y="1028700"/>
            <a:ext cx="725658" cy="725658"/>
          </a:xfrm>
          <a:custGeom>
            <a:avLst/>
            <a:gdLst/>
            <a:ahLst/>
            <a:cxnLst/>
            <a:rect r="r" b="b" t="t" l="l"/>
            <a:pathLst>
              <a:path h="725658" w="725658">
                <a:moveTo>
                  <a:pt x="0" y="0"/>
                </a:moveTo>
                <a:lnTo>
                  <a:pt x="725658" y="0"/>
                </a:lnTo>
                <a:lnTo>
                  <a:pt x="725658" y="725658"/>
                </a:lnTo>
                <a:lnTo>
                  <a:pt x="0" y="725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48393" y="1067211"/>
            <a:ext cx="9791215" cy="160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2"/>
              </a:lnSpc>
            </a:pPr>
            <a:r>
              <a:rPr lang="en-US" sz="7061" spc="-346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Langkah-langkah  membuat </a:t>
            </a:r>
          </a:p>
          <a:p>
            <a:pPr algn="l">
              <a:lnSpc>
                <a:spcPts val="6002"/>
              </a:lnSpc>
            </a:pPr>
            <a:r>
              <a:rPr lang="en-US" sz="7061" spc="-346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     Kabel lan tipe  cross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5318" y="3074584"/>
            <a:ext cx="17537363" cy="618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9211" indent="-379606" lvl="1">
              <a:lnSpc>
                <a:spcPts val="4923"/>
              </a:lnSpc>
              <a:buAutoNum type="arabicPeriod" startAt="1"/>
            </a:pPr>
            <a:r>
              <a:rPr lang="en-US" sz="3516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Kupas kabel UTP 2-3 cm dengan menggunakan cable Stripper</a:t>
            </a:r>
          </a:p>
          <a:p>
            <a:pPr algn="just" marL="759211" indent="-379606" lvl="1">
              <a:lnSpc>
                <a:spcPts val="4923"/>
              </a:lnSpc>
              <a:buAutoNum type="arabicPeriod" startAt="1"/>
            </a:pPr>
            <a:r>
              <a:rPr lang="en-US" sz="3516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Urutkan inti kabel dengan sususan warna T568A untuk ujung kabel A dan urutan warna  T568B untuk ujung kabel B </a:t>
            </a:r>
          </a:p>
          <a:p>
            <a:pPr algn="just" marL="759211" indent="-379606" lvl="1">
              <a:lnSpc>
                <a:spcPts val="4923"/>
              </a:lnSpc>
              <a:buAutoNum type="arabicPeriod" startAt="1"/>
            </a:pPr>
            <a:r>
              <a:rPr lang="en-US" sz="3516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Ratakan ujung kabel lalu potong ujung kabel dengan rapi dan sejajar </a:t>
            </a:r>
          </a:p>
          <a:p>
            <a:pPr algn="just" marL="759211" indent="-379606" lvl="1">
              <a:lnSpc>
                <a:spcPts val="4923"/>
              </a:lnSpc>
              <a:buAutoNum type="arabicPeriod" startAt="1"/>
            </a:pPr>
            <a:r>
              <a:rPr lang="en-US" sz="3516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Masukkan inti kabel ke konektor RJ45, Pastikan semua inti masuk sampai ujung konektor </a:t>
            </a:r>
          </a:p>
          <a:p>
            <a:pPr algn="just" marL="759211" indent="-379606" lvl="1">
              <a:lnSpc>
                <a:spcPts val="4923"/>
              </a:lnSpc>
              <a:buAutoNum type="arabicPeriod" startAt="1"/>
            </a:pPr>
            <a:r>
              <a:rPr lang="en-US" sz="3516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Lalu masukkan konektor ke tang cimping lalu tekan tang dengan kuat  agar konektor terpress kuat hingga inti kabel</a:t>
            </a:r>
          </a:p>
          <a:p>
            <a:pPr algn="just" marL="759211" indent="-379606" lvl="1">
              <a:lnSpc>
                <a:spcPts val="4923"/>
              </a:lnSpc>
              <a:buAutoNum type="arabicPeriod" startAt="1"/>
            </a:pPr>
            <a:r>
              <a:rPr lang="en-US" sz="3516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Ulangi langkah ini untuk ujung kabel yang satunya lagi  menggunakan urutan warna kabel  T568B, lalu tes kabel menggunakan Lan Tester.</a:t>
            </a: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3642" y="1028700"/>
            <a:ext cx="725658" cy="725658"/>
          </a:xfrm>
          <a:custGeom>
            <a:avLst/>
            <a:gdLst/>
            <a:ahLst/>
            <a:cxnLst/>
            <a:rect r="r" b="b" t="t" l="l"/>
            <a:pathLst>
              <a:path h="725658" w="725658">
                <a:moveTo>
                  <a:pt x="0" y="0"/>
                </a:moveTo>
                <a:lnTo>
                  <a:pt x="725658" y="0"/>
                </a:lnTo>
                <a:lnTo>
                  <a:pt x="725658" y="725658"/>
                </a:lnTo>
                <a:lnTo>
                  <a:pt x="0" y="725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7349" y="3243677"/>
            <a:ext cx="5100914" cy="6583966"/>
            <a:chOff x="0" y="0"/>
            <a:chExt cx="1343451" cy="17340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3451" cy="1734049"/>
            </a:xfrm>
            <a:custGeom>
              <a:avLst/>
              <a:gdLst/>
              <a:ahLst/>
              <a:cxnLst/>
              <a:rect r="r" b="b" t="t" l="l"/>
              <a:pathLst>
                <a:path h="1734049" w="1343451">
                  <a:moveTo>
                    <a:pt x="0" y="0"/>
                  </a:moveTo>
                  <a:lnTo>
                    <a:pt x="1343451" y="0"/>
                  </a:lnTo>
                  <a:lnTo>
                    <a:pt x="1343451" y="1734049"/>
                  </a:lnTo>
                  <a:lnTo>
                    <a:pt x="0" y="1734049"/>
                  </a:lnTo>
                  <a:close/>
                </a:path>
              </a:pathLst>
            </a:custGeom>
            <a:ln w="19050" cap="sq">
              <a:solidFill>
                <a:srgbClr val="FEDEE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343451" cy="1743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681513" y="3243677"/>
            <a:ext cx="5100914" cy="6583966"/>
            <a:chOff x="0" y="0"/>
            <a:chExt cx="1343451" cy="17340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3451" cy="1734049"/>
            </a:xfrm>
            <a:custGeom>
              <a:avLst/>
              <a:gdLst/>
              <a:ahLst/>
              <a:cxnLst/>
              <a:rect r="r" b="b" t="t" l="l"/>
              <a:pathLst>
                <a:path h="1734049" w="1343451">
                  <a:moveTo>
                    <a:pt x="0" y="0"/>
                  </a:moveTo>
                  <a:lnTo>
                    <a:pt x="1343451" y="0"/>
                  </a:lnTo>
                  <a:lnTo>
                    <a:pt x="1343451" y="1734049"/>
                  </a:lnTo>
                  <a:lnTo>
                    <a:pt x="0" y="1734049"/>
                  </a:lnTo>
                  <a:close/>
                </a:path>
              </a:pathLst>
            </a:custGeom>
            <a:ln w="19050" cap="sq">
              <a:solidFill>
                <a:srgbClr val="FEDEE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43451" cy="1743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8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-594815">
            <a:off x="6329711" y="4332471"/>
            <a:ext cx="1960817" cy="647070"/>
          </a:xfrm>
          <a:custGeom>
            <a:avLst/>
            <a:gdLst/>
            <a:ahLst/>
            <a:cxnLst/>
            <a:rect r="r" b="b" t="t" l="l"/>
            <a:pathLst>
              <a:path h="647070" w="1960817">
                <a:moveTo>
                  <a:pt x="1960817" y="0"/>
                </a:moveTo>
                <a:lnTo>
                  <a:pt x="0" y="0"/>
                </a:lnTo>
                <a:lnTo>
                  <a:pt x="0" y="647070"/>
                </a:lnTo>
                <a:lnTo>
                  <a:pt x="1960817" y="647070"/>
                </a:lnTo>
                <a:lnTo>
                  <a:pt x="19608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40850" y="910267"/>
            <a:ext cx="12006299" cy="84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2"/>
              </a:lnSpc>
            </a:pPr>
            <a:r>
              <a:rPr lang="en-US" sz="7061" spc="-346">
                <a:solidFill>
                  <a:srgbClr val="FEDEE1"/>
                </a:solidFill>
                <a:latin typeface="Norwester"/>
                <a:ea typeface="Norwester"/>
                <a:cs typeface="Norwester"/>
                <a:sym typeface="Norwester"/>
              </a:rPr>
              <a:t>Susunan warna kabel tipe cross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4961" y="3625383"/>
            <a:ext cx="4245691" cy="573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Putih hijau 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Hijau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Putih orange 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Biru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Putih biru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Orange 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Putih Coklat 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Coklat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76359" y="3625383"/>
            <a:ext cx="4111221" cy="573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Putih orange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Orange 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Putih hijau  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Biru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Putih biru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Hijau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Putih Coklat </a:t>
            </a:r>
          </a:p>
          <a:p>
            <a:pPr algn="l" marL="879628" indent="-439814" lvl="1">
              <a:lnSpc>
                <a:spcPts val="5703"/>
              </a:lnSpc>
              <a:buAutoNum type="arabicPeriod" startAt="1"/>
            </a:pPr>
            <a:r>
              <a:rPr lang="en-US" sz="4074">
                <a:solidFill>
                  <a:srgbClr val="FEDEE1"/>
                </a:solidFill>
                <a:latin typeface="Open Sans"/>
                <a:ea typeface="Open Sans"/>
                <a:cs typeface="Open Sans"/>
                <a:sym typeface="Open Sans"/>
              </a:rPr>
              <a:t> Coklat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88649" y="2514745"/>
            <a:ext cx="3921634" cy="1381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9"/>
              </a:lnSpc>
            </a:pPr>
            <a:r>
              <a:rPr lang="en-US" sz="3956" b="true">
                <a:solidFill>
                  <a:srgbClr val="FED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T568A</a:t>
            </a:r>
          </a:p>
          <a:p>
            <a:pPr algn="ctr">
              <a:lnSpc>
                <a:spcPts val="5539"/>
              </a:lnSpc>
            </a:pPr>
            <a:r>
              <a:rPr lang="en-US" sz="3956" b="true">
                <a:solidFill>
                  <a:srgbClr val="FED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Ujung kabel 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594815">
            <a:off x="10231959" y="8447271"/>
            <a:ext cx="1960817" cy="647070"/>
          </a:xfrm>
          <a:custGeom>
            <a:avLst/>
            <a:gdLst/>
            <a:ahLst/>
            <a:cxnLst/>
            <a:rect r="r" b="b" t="t" l="l"/>
            <a:pathLst>
              <a:path h="647070" w="1960817">
                <a:moveTo>
                  <a:pt x="0" y="0"/>
                </a:moveTo>
                <a:lnTo>
                  <a:pt x="1960818" y="0"/>
                </a:lnTo>
                <a:lnTo>
                  <a:pt x="1960818" y="647070"/>
                </a:lnTo>
                <a:lnTo>
                  <a:pt x="0" y="647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759879" y="6459460"/>
            <a:ext cx="3921634" cy="1381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9"/>
              </a:lnSpc>
            </a:pPr>
            <a:r>
              <a:rPr lang="en-US" sz="3956" b="true">
                <a:solidFill>
                  <a:srgbClr val="FED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T568B</a:t>
            </a:r>
          </a:p>
          <a:p>
            <a:pPr algn="ctr">
              <a:lnSpc>
                <a:spcPts val="5539"/>
              </a:lnSpc>
            </a:pPr>
            <a:r>
              <a:rPr lang="en-US" sz="3956" b="true">
                <a:solidFill>
                  <a:srgbClr val="FED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Ujung kabel B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8211052" y="2186840"/>
            <a:ext cx="5100914" cy="6583966"/>
            <a:chOff x="0" y="0"/>
            <a:chExt cx="1343451" cy="17340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3451" cy="1734049"/>
            </a:xfrm>
            <a:custGeom>
              <a:avLst/>
              <a:gdLst/>
              <a:ahLst/>
              <a:cxnLst/>
              <a:rect r="r" b="b" t="t" l="l"/>
              <a:pathLst>
                <a:path h="1734049" w="1343451">
                  <a:moveTo>
                    <a:pt x="0" y="0"/>
                  </a:moveTo>
                  <a:lnTo>
                    <a:pt x="1343451" y="0"/>
                  </a:lnTo>
                  <a:lnTo>
                    <a:pt x="1343451" y="1734049"/>
                  </a:lnTo>
                  <a:lnTo>
                    <a:pt x="0" y="1734049"/>
                  </a:lnTo>
                  <a:close/>
                </a:path>
              </a:pathLst>
            </a:custGeom>
            <a:ln w="19050" cap="sq">
              <a:solidFill>
                <a:srgbClr val="FEDEE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343451" cy="1743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8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3642" y="1028700"/>
            <a:ext cx="725658" cy="725658"/>
          </a:xfrm>
          <a:custGeom>
            <a:avLst/>
            <a:gdLst/>
            <a:ahLst/>
            <a:cxnLst/>
            <a:rect r="r" b="b" t="t" l="l"/>
            <a:pathLst>
              <a:path h="725658" w="725658">
                <a:moveTo>
                  <a:pt x="0" y="0"/>
                </a:moveTo>
                <a:lnTo>
                  <a:pt x="725658" y="0"/>
                </a:lnTo>
                <a:lnTo>
                  <a:pt x="725658" y="725658"/>
                </a:lnTo>
                <a:lnTo>
                  <a:pt x="0" y="725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92588" y="2750861"/>
            <a:ext cx="262890" cy="1831231"/>
            <a:chOff x="0" y="0"/>
            <a:chExt cx="69239" cy="4822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239" cy="482299"/>
            </a:xfrm>
            <a:custGeom>
              <a:avLst/>
              <a:gdLst/>
              <a:ahLst/>
              <a:cxnLst/>
              <a:rect r="r" b="b" t="t" l="l"/>
              <a:pathLst>
                <a:path h="482299" w="69239">
                  <a:moveTo>
                    <a:pt x="0" y="0"/>
                  </a:moveTo>
                  <a:lnTo>
                    <a:pt x="69239" y="0"/>
                  </a:lnTo>
                  <a:lnTo>
                    <a:pt x="69239" y="482299"/>
                  </a:lnTo>
                  <a:lnTo>
                    <a:pt x="0" y="482299"/>
                  </a:lnTo>
                  <a:close/>
                </a:path>
              </a:pathLst>
            </a:custGeom>
            <a:solidFill>
              <a:srgbClr val="70020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69239" cy="491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091643" y="6875638"/>
            <a:ext cx="262890" cy="1831231"/>
            <a:chOff x="0" y="0"/>
            <a:chExt cx="69239" cy="4822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239" cy="482299"/>
            </a:xfrm>
            <a:custGeom>
              <a:avLst/>
              <a:gdLst/>
              <a:ahLst/>
              <a:cxnLst/>
              <a:rect r="r" b="b" t="t" l="l"/>
              <a:pathLst>
                <a:path h="482299" w="69239">
                  <a:moveTo>
                    <a:pt x="0" y="0"/>
                  </a:moveTo>
                  <a:lnTo>
                    <a:pt x="69239" y="0"/>
                  </a:lnTo>
                  <a:lnTo>
                    <a:pt x="69239" y="482299"/>
                  </a:lnTo>
                  <a:lnTo>
                    <a:pt x="0" y="482299"/>
                  </a:lnTo>
                  <a:close/>
                </a:path>
              </a:pathLst>
            </a:custGeom>
            <a:solidFill>
              <a:srgbClr val="70020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69239" cy="491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8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2792588" y="2750861"/>
            <a:ext cx="12702824" cy="7286186"/>
            <a:chOff x="0" y="0"/>
            <a:chExt cx="7981950" cy="4578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l="0" t="-29892" r="0" b="-2989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384188" y="1257300"/>
            <a:ext cx="13519623" cy="84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2"/>
              </a:lnSpc>
            </a:pPr>
            <a:r>
              <a:rPr lang="en-US" sz="7061" spc="-346">
                <a:solidFill>
                  <a:srgbClr val="70020F"/>
                </a:solidFill>
                <a:latin typeface="Norwester"/>
                <a:ea typeface="Norwester"/>
                <a:cs typeface="Norwester"/>
                <a:sym typeface="Norwester"/>
              </a:rPr>
              <a:t>Video pembuatan kabel lan tipe cross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3642" y="1028700"/>
            <a:ext cx="725658" cy="725658"/>
          </a:xfrm>
          <a:custGeom>
            <a:avLst/>
            <a:gdLst/>
            <a:ahLst/>
            <a:cxnLst/>
            <a:rect r="r" b="b" t="t" l="l"/>
            <a:pathLst>
              <a:path h="725658" w="725658">
                <a:moveTo>
                  <a:pt x="0" y="0"/>
                </a:moveTo>
                <a:lnTo>
                  <a:pt x="725658" y="0"/>
                </a:lnTo>
                <a:lnTo>
                  <a:pt x="725658" y="725658"/>
                </a:lnTo>
                <a:lnTo>
                  <a:pt x="0" y="725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2549" y="862092"/>
            <a:ext cx="13516625" cy="191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5"/>
              </a:lnSpc>
            </a:pPr>
            <a:r>
              <a:rPr lang="en-US" sz="8501" spc="-416">
                <a:solidFill>
                  <a:srgbClr val="70020F"/>
                </a:solidFill>
                <a:latin typeface="Norwester"/>
                <a:ea typeface="Norwester"/>
                <a:cs typeface="Norwester"/>
                <a:sym typeface="Norwester"/>
              </a:rPr>
              <a:t>Menghubungkan dua</a:t>
            </a:r>
          </a:p>
          <a:p>
            <a:pPr algn="l">
              <a:lnSpc>
                <a:spcPts val="7225"/>
              </a:lnSpc>
            </a:pPr>
            <a:r>
              <a:rPr lang="en-US" sz="8501" spc="-416">
                <a:solidFill>
                  <a:srgbClr val="70020F"/>
                </a:solidFill>
                <a:latin typeface="Norwester"/>
                <a:ea typeface="Norwester"/>
                <a:cs typeface="Norwester"/>
                <a:sym typeface="Norwester"/>
              </a:rPr>
              <a:t>laptop Menggunakan kabel LAN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1371" y="3868288"/>
            <a:ext cx="8639731" cy="31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904" indent="-318452" lvl="1">
              <a:lnSpc>
                <a:spcPts val="4129"/>
              </a:lnSpc>
              <a:buAutoNum type="arabicPeriod" startAt="1"/>
            </a:pPr>
            <a:r>
              <a:rPr lang="en-US" sz="2949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Pastikan kedua port laptop Ethernet  aktif</a:t>
            </a:r>
          </a:p>
          <a:p>
            <a:pPr algn="l" marL="636904" indent="-318452" lvl="1">
              <a:lnSpc>
                <a:spcPts val="4129"/>
              </a:lnSpc>
              <a:buAutoNum type="arabicPeriod" startAt="1"/>
            </a:pPr>
            <a:r>
              <a:rPr lang="en-US" sz="2949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Hubungkan ujung kabel ke masing-masing port Pada laptop</a:t>
            </a:r>
          </a:p>
          <a:p>
            <a:pPr algn="l" marL="636904" indent="-318452" lvl="1">
              <a:lnSpc>
                <a:spcPts val="4129"/>
              </a:lnSpc>
              <a:buAutoNum type="arabicPeriod" startAt="1"/>
            </a:pPr>
            <a:r>
              <a:rPr lang="en-US" sz="2949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pastikan Ethernet  pada masing-masing laptop telah ada tanda silang yang artinya </a:t>
            </a:r>
          </a:p>
          <a:p>
            <a:pPr algn="l">
              <a:lnSpc>
                <a:spcPts val="4129"/>
              </a:lnSpc>
            </a:pPr>
            <a:r>
              <a:rPr lang="en-US" sz="2949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       tersambung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42149" y="3368564"/>
            <a:ext cx="5089486" cy="55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</a:pPr>
            <a:r>
              <a:rPr lang="en-US" sz="3281" b="true">
                <a:solidFill>
                  <a:srgbClr val="70020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Konfigurasi Alamat  IPv4</a:t>
            </a:r>
          </a:p>
        </p:txBody>
      </p:sp>
      <p:sp>
        <p:nvSpPr>
          <p:cNvPr name="AutoShape 6" id="6"/>
          <p:cNvSpPr/>
          <p:nvPr/>
        </p:nvSpPr>
        <p:spPr>
          <a:xfrm>
            <a:off x="10840772" y="3944488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618306" y="4134988"/>
            <a:ext cx="8646806" cy="207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Buka Control Panel ~ Network &amp; Internet ~ Network &amp; Sharing Center ~ Change adapter  settings ~ Ethernet ~ IPv4 ~  Manual ~ Masukan IP &amp; Subnet mask ~ Oke.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036168"/>
            <a:ext cx="1799671" cy="55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</a:pPr>
            <a:r>
              <a:rPr lang="en-US" sz="3281" b="true">
                <a:solidFill>
                  <a:srgbClr val="70020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Laptop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37107"/>
            <a:ext cx="3946550" cy="50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3"/>
              </a:lnSpc>
            </a:pPr>
            <a:r>
              <a:rPr lang="en-US" sz="2952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IP addres : 192.168.1.2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984782"/>
            <a:ext cx="4896445" cy="50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3"/>
              </a:lnSpc>
            </a:pPr>
            <a:r>
              <a:rPr lang="en-US" sz="2952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Subnet Mas : 255.255.255.0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25828" y="8036168"/>
            <a:ext cx="1799671" cy="55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</a:pPr>
            <a:r>
              <a:rPr lang="en-US" sz="3281" b="true">
                <a:solidFill>
                  <a:srgbClr val="70020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Laptop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17006" y="8535892"/>
            <a:ext cx="3946550" cy="50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3"/>
              </a:lnSpc>
            </a:pPr>
            <a:r>
              <a:rPr lang="en-US" sz="2952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IP addres : 192.168.1.3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25828" y="8984782"/>
            <a:ext cx="4896445" cy="50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3"/>
              </a:lnSpc>
            </a:pPr>
            <a:r>
              <a:rPr lang="en-US" sz="2952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Subnet Mas : 255.255.255.0 </a:t>
            </a:r>
          </a:p>
        </p:txBody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3642" y="1028700"/>
            <a:ext cx="725658" cy="725658"/>
          </a:xfrm>
          <a:custGeom>
            <a:avLst/>
            <a:gdLst/>
            <a:ahLst/>
            <a:cxnLst/>
            <a:rect r="r" b="b" t="t" l="l"/>
            <a:pathLst>
              <a:path h="725658" w="725658">
                <a:moveTo>
                  <a:pt x="0" y="0"/>
                </a:moveTo>
                <a:lnTo>
                  <a:pt x="725658" y="0"/>
                </a:lnTo>
                <a:lnTo>
                  <a:pt x="725658" y="725658"/>
                </a:lnTo>
                <a:lnTo>
                  <a:pt x="0" y="725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971664" y="3908441"/>
            <a:ext cx="221818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938248" y="3889391"/>
            <a:ext cx="221818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748236" y="1004195"/>
            <a:ext cx="15876963" cy="107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5"/>
              </a:lnSpc>
            </a:pPr>
            <a:r>
              <a:rPr lang="en-US" sz="9112" spc="-446">
                <a:solidFill>
                  <a:srgbClr val="70020F"/>
                </a:solidFill>
                <a:latin typeface="Norwester"/>
                <a:ea typeface="Norwester"/>
                <a:cs typeface="Norwester"/>
                <a:sym typeface="Norwester"/>
              </a:rPr>
              <a:t>Cara transfer file lewat laptop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69593" y="3002295"/>
            <a:ext cx="362232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70020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 kirim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1412" y="4351237"/>
            <a:ext cx="8282832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Tekan Windows + R secara bersamaan 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Ketik " \\ 192.168.1.2 " jika ingin mengirim file dari laptop ke kedua 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Klik OK, lalu salin gambar atau file yang ingin di kirim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Klik Users ~ Public ~ lalu tempel kan file yang kita salin tadi pada folder yang sesuai format 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20430" y="3002295"/>
            <a:ext cx="401114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70020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 Terima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5168" y="4351237"/>
            <a:ext cx="8282832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Buka file Explorer 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Cari folder tempat file yang di kirim tadi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Buka, lalu file yang dikirim akan muncul di folder tersebut 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70020F"/>
                </a:solidFill>
                <a:latin typeface="Open Sans"/>
                <a:ea typeface="Open Sans"/>
                <a:cs typeface="Open Sans"/>
                <a:sym typeface="Open Sans"/>
              </a:rPr>
              <a:t>Selesai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3642" y="1028700"/>
            <a:ext cx="725658" cy="725658"/>
          </a:xfrm>
          <a:custGeom>
            <a:avLst/>
            <a:gdLst/>
            <a:ahLst/>
            <a:cxnLst/>
            <a:rect r="r" b="b" t="t" l="l"/>
            <a:pathLst>
              <a:path h="725658" w="725658">
                <a:moveTo>
                  <a:pt x="0" y="0"/>
                </a:moveTo>
                <a:lnTo>
                  <a:pt x="725658" y="0"/>
                </a:lnTo>
                <a:lnTo>
                  <a:pt x="725658" y="725658"/>
                </a:lnTo>
                <a:lnTo>
                  <a:pt x="0" y="725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3079" y="3720218"/>
            <a:ext cx="13736221" cy="285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95"/>
              </a:lnSpc>
            </a:pPr>
            <a:r>
              <a:rPr lang="en-US" sz="24112" spc="-1181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THANK YOU </a:t>
            </a:r>
          </a:p>
        </p:txBody>
      </p:sp>
    </p:spTree>
  </p:cSld>
  <p:clrMapOvr>
    <a:masterClrMapping/>
  </p:clrMapOvr>
  <p:transition spd="fast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DAHWYIIbYFQ</dc:identifier>
  <dcterms:modified xsi:type="dcterms:W3CDTF">2011-08-01T06:04:30Z</dcterms:modified>
  <cp:revision>1</cp:revision>
  <dc:title>mATA KULIAH</dc:title>
</cp:coreProperties>
</file>